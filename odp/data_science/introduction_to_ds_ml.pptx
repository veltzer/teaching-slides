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_rels/.rels" ContentType="application/vnd.openxmlformats-package.relationships+xml"/>
  <Override PartName="/ppt/_rels/presentation.xml.rels" ContentType="application/vnd.openxmlformats-package.relationships+xml"/>
  <Override PartName="/ppt/media/image2.jpeg" ContentType="image/jpeg"/>
  <Override PartName="/ppt/media/image5.png" ContentType="image/png"/>
  <Override PartName="/ppt/media/image6.gif" ContentType="image/gif"/>
  <Override PartName="/ppt/media/image1.jpeg" ContentType="image/jpeg"/>
  <Override PartName="/ppt/media/image3.jpeg" ContentType="image/jpeg"/>
  <Override PartName="/ppt/media/image4.jpeg" ContentType="image/jpe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8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77450" cy="5668962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4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0880" y="1326240"/>
            <a:ext cx="44254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0880" y="1326240"/>
            <a:ext cx="44254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3640" y="304380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4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0880" y="304380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640" y="3043800"/>
            <a:ext cx="90687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3640" y="3043800"/>
            <a:ext cx="90687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3640" y="304380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0880" y="3043800"/>
            <a:ext cx="44254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29199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0120" y="1326240"/>
            <a:ext cx="29199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6240" y="1326240"/>
            <a:ext cx="29199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3640" y="3043800"/>
            <a:ext cx="29199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0120" y="3043800"/>
            <a:ext cx="29199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6240" y="3043800"/>
            <a:ext cx="29199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FB646DBD-41BC-4BC9-998A-3634906654F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5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3640" y="225720"/>
            <a:ext cx="9068760" cy="4387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pc="-1" strike="noStrike">
                <a:latin typeface="Arial"/>
              </a:rPr>
              <a:t>Data Science and ML Introduction</a:t>
            </a:r>
            <a:endParaRPr b="0" lang="en-US" sz="3200" spc="-1" strike="noStrike">
              <a:latin typeface="Arial"/>
            </a:endParaRPr>
          </a:p>
          <a:p>
            <a:pPr algn="ctr"/>
            <a:r>
              <a:rPr b="0" lang="en-US" sz="3200" spc="-1" strike="noStrike">
                <a:latin typeface="Arial"/>
              </a:rPr>
              <a:t>Mark Veltzer</a:t>
            </a:r>
            <a:endParaRPr b="0" lang="en-US" sz="3200" spc="-1" strike="noStrike">
              <a:latin typeface="Arial"/>
            </a:endParaRPr>
          </a:p>
          <a:p>
            <a:pPr algn="ctr"/>
            <a:r>
              <a:rPr b="0" i="1" lang="en-US" sz="3200" spc="-1" strike="noStrike">
                <a:latin typeface="Arial"/>
              </a:rPr>
              <a:t>&lt;mark.veltzer@gmail.com&gt;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4400" spc="-1" strike="noStrike">
                <a:latin typeface="Arial"/>
              </a:rPr>
              <a:t>Data increase over time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703520" y="1325880"/>
            <a:ext cx="6668640" cy="3287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4400" spc="-1" strike="noStrike">
                <a:latin typeface="Arial"/>
              </a:rPr>
              <a:t>Data over algorithms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743400" y="1325880"/>
            <a:ext cx="3945600" cy="3287880"/>
          </a:xfrm>
          <a:prstGeom prst="rect">
            <a:avLst/>
          </a:prstGeom>
          <a:ln>
            <a:noFill/>
          </a:ln>
        </p:spPr>
      </p:pic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5150520" y="1431000"/>
            <a:ext cx="4425480" cy="307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4400" spc="-1" strike="noStrike">
                <a:latin typeface="Arial"/>
              </a:rPr>
              <a:t>Machine learning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418040" y="1325880"/>
            <a:ext cx="7239600" cy="3287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4400" spc="-1" strike="noStrike">
                <a:latin typeface="Arial"/>
              </a:rPr>
              <a:t>Optimization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503280" y="1428840"/>
            <a:ext cx="9068760" cy="3081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4400" spc="-1" strike="noStrike">
                <a:latin typeface="Arial"/>
              </a:rPr>
              <a:t>What background do I need?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3" name="TextShape 2"/>
          <p:cNvSpPr txBox="1"/>
          <p:nvPr/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Math background is a plus. Liking math is a must.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Programming background is a plus. Liking programming is a must.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4400" spc="-1" strike="noStrike">
                <a:latin typeface="Arial"/>
              </a:rPr>
              <a:t>What will we learn in ML?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48000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Applying standard ML algorithms: KNN, Decision Trees, Random Forests, Baysian analysis etc…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Learning the strengths and weaknesses of various algorithms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Learning to tune the various algorithms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Learning to engineer new data features to get better results from the each algorithm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Learning how to find the right algorithm for each ML problem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en-US" sz="3200" spc="-1" strike="noStrike">
                <a:latin typeface="Arial"/>
              </a:rPr>
              <a:t>Questions?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LibreOffice/6.2.4.2$Linux_X86_64 LibreOffice_project/20$Build-2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2019-03-26T13:27:59Z</dcterms:created>
  <dc:creator/>
  <dc:description/>
  <dc:language>en-US</dc:language>
  <cp:lastModifiedBy/>
  <dcterms:modified xsi:type="dcterms:W3CDTF">2019-03-26T14:09:54Z</dcterms:modified>
  <cp:revision>1</cp:revision>
  <dc:subject/>
  <dc:title/>
</cp:coreProperties>
</file>